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</p:sldIdLst>
  <p:sldSz cx="10080625" cy="7559675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777" y="1433876"/>
            <a:ext cx="7185071" cy="2765943"/>
          </a:xfrm>
        </p:spPr>
        <p:txBody>
          <a:bodyPr anchor="b">
            <a:normAutofit/>
          </a:bodyPr>
          <a:lstStyle>
            <a:lvl1pPr algn="ctr">
              <a:defRPr sz="529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777" y="4283817"/>
            <a:ext cx="7185071" cy="1511934"/>
          </a:xfrm>
        </p:spPr>
        <p:txBody>
          <a:bodyPr>
            <a:normAutofit/>
          </a:bodyPr>
          <a:lstStyle>
            <a:lvl1pPr marL="0" indent="0" algn="ctr">
              <a:buNone/>
              <a:defRPr sz="2425">
                <a:solidFill>
                  <a:schemeClr val="bg1">
                    <a:lumMod val="50000"/>
                  </a:schemeClr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A504-CFD8-471F-8F98-47110AEB8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9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755529" y="2609282"/>
            <a:ext cx="8569049" cy="377444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095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30" y="913339"/>
            <a:ext cx="8559066" cy="3016836"/>
          </a:xfrm>
        </p:spPr>
        <p:txBody>
          <a:bodyPr anchor="b">
            <a:normAutofit/>
          </a:bodyPr>
          <a:lstStyle>
            <a:lvl1pPr>
              <a:defRPr sz="440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530" y="4031671"/>
            <a:ext cx="8559066" cy="1508168"/>
          </a:xfrm>
        </p:spPr>
        <p:txBody>
          <a:bodyPr>
            <a:normAutofit/>
          </a:bodyPr>
          <a:lstStyle>
            <a:lvl1pPr marL="0" indent="0" algn="ctr">
              <a:buNone/>
              <a:defRPr sz="2205">
                <a:solidFill>
                  <a:schemeClr val="bg1">
                    <a:lumMod val="50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965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55531" y="681802"/>
            <a:ext cx="8569565" cy="17594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755529" y="2609282"/>
            <a:ext cx="4221780" cy="377444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103316" y="2609282"/>
            <a:ext cx="4221262" cy="377444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094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55531" y="681802"/>
            <a:ext cx="8569565" cy="17594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810" y="2613608"/>
            <a:ext cx="4029501" cy="749567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866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755530" y="3363177"/>
            <a:ext cx="4221780" cy="30205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8710" y="2613608"/>
            <a:ext cx="4036387" cy="749567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866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103317" y="3363177"/>
            <a:ext cx="4221263" cy="30205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768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4F65D-36AF-4CD6-AD71-AF4BCC65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1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819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30" y="671971"/>
            <a:ext cx="3254117" cy="2230261"/>
          </a:xfrm>
        </p:spPr>
        <p:txBody>
          <a:bodyPr anchor="b"/>
          <a:lstStyle>
            <a:lvl1pPr algn="ctr"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4198658" y="671973"/>
            <a:ext cx="5126437" cy="571175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30" y="2902232"/>
            <a:ext cx="3254118" cy="3481494"/>
          </a:xfrm>
        </p:spPr>
        <p:txBody>
          <a:bodyPr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213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31" y="671971"/>
            <a:ext cx="4552617" cy="2230263"/>
          </a:xfrm>
        </p:spPr>
        <p:txBody>
          <a:bodyPr anchor="b"/>
          <a:lstStyle>
            <a:lvl1pPr algn="ctr"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6861" y="671972"/>
            <a:ext cx="3313742" cy="5711754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46" y="2902233"/>
            <a:ext cx="4552602" cy="3481493"/>
          </a:xfrm>
        </p:spPr>
        <p:txBody>
          <a:bodyPr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565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46" y="4728240"/>
            <a:ext cx="8569550" cy="894650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574" y="769703"/>
            <a:ext cx="8121495" cy="3542990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31" y="5631427"/>
            <a:ext cx="8569566" cy="752299"/>
          </a:xfrm>
        </p:spPr>
        <p:txBody>
          <a:bodyPr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358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31" y="671972"/>
            <a:ext cx="8569566" cy="3777903"/>
          </a:xfrm>
        </p:spPr>
        <p:txBody>
          <a:bodyPr anchor="ctr"/>
          <a:lstStyle>
            <a:lvl1pPr algn="ctr"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31" y="4635037"/>
            <a:ext cx="8569566" cy="1748690"/>
          </a:xfrm>
        </p:spPr>
        <p:txBody>
          <a:bodyPr anchor="ctr"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6154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761" y="961867"/>
            <a:ext cx="7691729" cy="3009226"/>
          </a:xfrm>
        </p:spPr>
        <p:txBody>
          <a:bodyPr anchor="ctr"/>
          <a:lstStyle>
            <a:lvl1pPr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22669" y="3979392"/>
            <a:ext cx="7236601" cy="655644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31" y="4820199"/>
            <a:ext cx="8569566" cy="15664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181" y="978700"/>
            <a:ext cx="602906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4224" y="3439239"/>
            <a:ext cx="61035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684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31" y="2357545"/>
            <a:ext cx="8569566" cy="2768833"/>
          </a:xfrm>
        </p:spPr>
        <p:txBody>
          <a:bodyPr anchor="b"/>
          <a:lstStyle>
            <a:lvl1pPr algn="ctr">
              <a:defRPr sz="352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31" y="5139361"/>
            <a:ext cx="8569566" cy="1257349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8951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755531" y="671971"/>
            <a:ext cx="8569566" cy="1769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755530" y="2609282"/>
            <a:ext cx="2727669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646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755530" y="3244505"/>
            <a:ext cx="2727669" cy="3139222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81338" y="2609282"/>
            <a:ext cx="2721505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646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672210" y="3244505"/>
            <a:ext cx="2731286" cy="3139222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92506" y="2609282"/>
            <a:ext cx="2732590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646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592506" y="3244505"/>
            <a:ext cx="2732590" cy="3139222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416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755531" y="673263"/>
            <a:ext cx="8569566" cy="17680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755530" y="4635035"/>
            <a:ext cx="2725547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25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55530" y="2609282"/>
            <a:ext cx="2725547" cy="1679928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755530" y="5270258"/>
            <a:ext cx="2725547" cy="111346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73375" y="4635035"/>
            <a:ext cx="2730027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25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672208" y="2609282"/>
            <a:ext cx="2731287" cy="1679928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672208" y="5270257"/>
            <a:ext cx="2731287" cy="1113469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92507" y="4635035"/>
            <a:ext cx="2729079" cy="63522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25" b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592506" y="2609282"/>
            <a:ext cx="2732590" cy="1679928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592402" y="5270255"/>
            <a:ext cx="2732694" cy="1113471"/>
          </a:xfrm>
        </p:spPr>
        <p:txBody>
          <a:bodyPr anchor="t"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7849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755531" y="2609283"/>
            <a:ext cx="8569566" cy="37744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154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8" y="671974"/>
            <a:ext cx="2111149" cy="571175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755530" y="671974"/>
            <a:ext cx="6332409" cy="571175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480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080627" cy="755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531" y="681802"/>
            <a:ext cx="8569565" cy="1759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531" y="2609283"/>
            <a:ext cx="8569566" cy="377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48956" y="6485223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>
                <a:solidFill>
                  <a:schemeClr val="tx1"/>
                </a:solidFill>
              </a:defRPr>
            </a:lvl1pPr>
          </a:lstStyle>
          <a:p>
            <a:pPr indent="0">
              <a:buNone/>
            </a:pPr>
            <a:r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30" y="6485223"/>
            <a:ext cx="551729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>
                <a:solidFill>
                  <a:schemeClr val="tx1"/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3227" y="6485223"/>
            <a:ext cx="6318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>
                <a:solidFill>
                  <a:schemeClr val="tx1"/>
                </a:solidFill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05480-3F74-4D48-A9A4-A8C2A81DFE42}" type="slidenum">
              <a:rPr lang="fi-FI" sz="1400" b="0" strike="noStrike" spc="-1" smtClean="0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663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ctr" defTabSz="1007943" rtl="0" eaLnBrk="1" latinLnBrk="0" hangingPunct="1">
        <a:lnSpc>
          <a:spcPct val="90000"/>
        </a:lnSpc>
        <a:spcBef>
          <a:spcPct val="0"/>
        </a:spcBef>
        <a:buNone/>
        <a:defRPr sz="3968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120000"/>
        </a:lnSpc>
        <a:spcBef>
          <a:spcPts val="1102"/>
        </a:spcBef>
        <a:buClr>
          <a:schemeClr val="tx1"/>
        </a:buClr>
        <a:buFont typeface="Arial" panose="020B0604020202020204" pitchFamily="34" charset="0"/>
        <a:buChar char="•"/>
        <a:defRPr sz="2205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984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764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120000"/>
        </a:lnSpc>
        <a:spcBef>
          <a:spcPts val="551"/>
        </a:spcBef>
        <a:buClr>
          <a:schemeClr val="tx1"/>
        </a:buClr>
        <a:buFont typeface="Arial" panose="020B0604020202020204" pitchFamily="34" charset="0"/>
        <a:buChar char="•"/>
        <a:defRPr sz="1543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video" Target="CALLBACK_URL" TargetMode="External"/><Relationship Id="rId7" Type="http://schemas.openxmlformats.org/officeDocument/2006/relationships/image" Target="../media/image4.png"/><Relationship Id="rId2" Type="http://schemas.microsoft.com/office/2007/relationships/media" Target="CALLBACK_URL" TargetMode="External"/><Relationship Id="rId1" Type="http://schemas.openxmlformats.org/officeDocument/2006/relationships/vmlDrawing" Target="../drawings/vmlDrawing1.vml"/><Relationship Id="rId6" Type="http://schemas.openxmlformats.org/officeDocument/2006/relationships/oleObject" Target="CALLBACK_URL" TargetMode="Externa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CALLBACK_URL" TargetMode="External"/><Relationship Id="rId7" Type="http://schemas.openxmlformats.org/officeDocument/2006/relationships/image" Target="../media/image4.png"/><Relationship Id="rId2" Type="http://schemas.microsoft.com/office/2007/relationships/media" Target="CALLBACK_URL" TargetMode="External"/><Relationship Id="rId1" Type="http://schemas.openxmlformats.org/officeDocument/2006/relationships/vmlDrawing" Target="../drawings/vmlDrawing2.vml"/><Relationship Id="rId6" Type="http://schemas.openxmlformats.org/officeDocument/2006/relationships/oleObject" Target="CALLBACK_URL" TargetMode="Externa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39" name="PlaceHolder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069388" cy="126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3600" b="0" strike="noStrike" spc="-1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HIDDEN FROM SIGHT</a:t>
            </a:r>
            <a:endParaRPr lang="en-US" sz="3600" b="0" strike="noStrike" spc="-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1" name="image.jpg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2513520" y="685440"/>
            <a:ext cx="720" cy="3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Object 1">
            <a:hlinkClick r:id="" action="ppaction://ole?verb=0" highlightClick="1"/>
            <a:hlinkHover r:id="" action="ppaction://ole?verb=0" highlightClick="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989583"/>
              </p:ext>
            </p:extLst>
          </p:nvPr>
        </p:nvGraphicFramePr>
        <p:xfrm>
          <a:off x="1" y="1177871"/>
          <a:ext cx="10080624" cy="625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r:id="rId6" imgW="6124575" imgH="352425" progId="Word.Document.12">
                  <p:link updateAutomatic="1"/>
                </p:oleObj>
              </mc:Choice>
              <mc:Fallback>
                <p:oleObj r:id="rId6" imgW="6124575" imgH="352425" progId="Word.Document.12">
                  <p:link updateAutomatic="1"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" y="1177871"/>
                        <a:ext cx="10080624" cy="6250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39" name="PlaceHolder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069388" cy="126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3600" spc="-1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HIDDEN FOR A REASON</a:t>
            </a:r>
            <a:endParaRPr lang="en-US" sz="3600" b="0" strike="noStrike" spc="-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1" name="image.jpg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2513520" y="685440"/>
            <a:ext cx="720" cy="3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Object 1">
            <a:hlinkClick r:id="" action="ppaction://ole?verb=0" highlightClick="1"/>
            <a:hlinkHover r:id="" action="ppaction://ole?verb=0" highlightClick="1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989583"/>
              </p:ext>
            </p:extLst>
          </p:nvPr>
        </p:nvGraphicFramePr>
        <p:xfrm>
          <a:off x="1" y="1177871"/>
          <a:ext cx="10080624" cy="625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6" imgW="6124575" imgH="352425" progId="Word.Document.12">
                  <p:link updateAutomatic="1"/>
                </p:oleObj>
              </mc:Choice>
              <mc:Fallback>
                <p:oleObj r:id="rId6" imgW="6124575" imgH="352425" progId="Word.Document.12">
                  <p:link updateAutomatic="1"/>
                  <p:pic>
                    <p:nvPicPr>
                      <p:cNvPr id="2" name="Object 1">
                        <a:hlinkClick r:id="" action="ppaction://ole?verb=0" highlightClick="1"/>
                        <a:hlinkHover r:id="" action="ppaction://ole?verb=0" highlightClick="1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" y="1177871"/>
                        <a:ext cx="10080624" cy="6250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45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1440</TotalTime>
  <Words>9</Words>
  <Application>Microsoft Office PowerPoint</Application>
  <PresentationFormat>Custom</PresentationFormat>
  <Paragraphs>4</Paragraphs>
  <Slides>2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Times New Roman</vt:lpstr>
      <vt:lpstr>Tw Cen MT</vt:lpstr>
      <vt:lpstr>Droplet</vt:lpstr>
      <vt:lpstr>CALLBACK_URL</vt:lpstr>
      <vt:lpstr>CALLBACK_URL</vt:lpstr>
      <vt:lpstr>HIDDEN FROM SIGHT</vt:lpstr>
      <vt:lpstr>HIDDEN FOR A REASON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EclipseSpark </dc:creator>
  <cp:lastModifiedBy>MTC 1</cp:lastModifiedBy>
  <cp:revision>18</cp:revision>
  <dcterms:created xsi:type="dcterms:W3CDTF">2026-03-21T11:05:38Z</dcterms:created>
  <dcterms:modified xsi:type="dcterms:W3CDTF">2026-05-27T09:36:14Z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ICV">
    <vt:lpwstr/>
  </property>
  <property fmtid="{D5CDD505-2E9C-101B-9397-08002B2CF9AE}" pid="7" name="KSOProductBuildVer">
    <vt:lpwstr>1033-11.1.0.11723</vt:lpwstr>
  </property>
</Properties>
</file>